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e965474a9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e965474a9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b9a0b074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b9a0b074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723630543_1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723630543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cb9a0b074_1_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cb9a0b074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d814cf7d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d814cf7d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rgbClr val="351C7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github.com/Mujeeb4/pydos" TargetMode="External"/><Relationship Id="rId5" Type="http://schemas.openxmlformats.org/officeDocument/2006/relationships/hyperlink" Target="https://whoismujeeb.dev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DDoS Attack Detection System: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PYDOS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71717" y="3108575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Prepared by MUHAMMAD MUJEEB</a:t>
            </a:r>
            <a:endParaRPr b="1" sz="2400"/>
          </a:p>
        </p:txBody>
      </p:sp>
      <p:pic>
        <p:nvPicPr>
          <p:cNvPr id="74" name="Google Shape;74;p13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01930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/>
        </p:nvSpPr>
        <p:spPr>
          <a:xfrm>
            <a:off x="2371725" y="4257375"/>
            <a:ext cx="63315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Github:</a:t>
            </a: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8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Mujeeb4</a:t>
            </a: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	</a:t>
            </a: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Website:</a:t>
            </a: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8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whoismujeeb.dev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Project Description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81" name="Google Shape;81;p14"/>
          <p:cNvSpPr txBox="1"/>
          <p:nvPr>
            <p:ph idx="4294967295" type="title"/>
          </p:nvPr>
        </p:nvSpPr>
        <p:spPr>
          <a:xfrm>
            <a:off x="535775" y="1480150"/>
            <a:ext cx="47400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0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Python-based real-time DDoS detection and mitigation system using traffic analysis, firewall integration, and comprehensive monitoring. This system monitors network traffic in real-time, detects potential DDoS attacks using threshold-based rules, automatically mitigates threats by blocking malicious IPs using iptables, and provides beautiful monitoring dashboards with comprehensive logging.</a:t>
            </a:r>
            <a:endParaRPr b="0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0806" y="0"/>
            <a:ext cx="283319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>
            <a:off x="297650" y="282775"/>
            <a:ext cx="8542800" cy="4539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666924" y="490913"/>
            <a:ext cx="37923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351C75"/>
                </a:solidFill>
                <a:latin typeface="Raleway"/>
                <a:ea typeface="Raleway"/>
                <a:cs typeface="Raleway"/>
                <a:sym typeface="Raleway"/>
              </a:rPr>
              <a:t>1. Tech Used</a:t>
            </a:r>
            <a:endParaRPr b="1" sz="3000">
              <a:solidFill>
                <a:srgbClr val="351C75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" name="Google Shape;89;p15"/>
          <p:cNvSpPr txBox="1"/>
          <p:nvPr>
            <p:ph idx="4294967295" type="body"/>
          </p:nvPr>
        </p:nvSpPr>
        <p:spPr>
          <a:xfrm>
            <a:off x="666925" y="1180988"/>
            <a:ext cx="4008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project is based on </a:t>
            </a:r>
            <a:r>
              <a:rPr b="1" lang="en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python</a:t>
            </a:r>
            <a:r>
              <a:rPr lang="en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with the following libraries for their certain functionalities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351C75"/>
              </a:buClr>
              <a:buSzPts val="1400"/>
              <a:buFont typeface="Raleway"/>
              <a:buChar char="➔"/>
            </a:pPr>
            <a:r>
              <a:rPr b="1" lang="en" sz="1600">
                <a:solidFill>
                  <a:srgbClr val="351C75"/>
                </a:solidFill>
                <a:latin typeface="Raleway"/>
                <a:ea typeface="Raleway"/>
                <a:cs typeface="Raleway"/>
                <a:sym typeface="Raleway"/>
              </a:rPr>
              <a:t>Scapy</a:t>
            </a:r>
            <a:br>
              <a:rPr lang="en" sz="1600">
                <a:latin typeface="Raleway"/>
                <a:ea typeface="Raleway"/>
                <a:cs typeface="Raleway"/>
                <a:sym typeface="Raleway"/>
              </a:rPr>
            </a:br>
            <a:r>
              <a:rPr lang="en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Use to capture packets in realtime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351C75"/>
              </a:buClr>
              <a:buSzPts val="1400"/>
              <a:buFont typeface="Raleway"/>
              <a:buChar char="➔"/>
            </a:pPr>
            <a:r>
              <a:rPr b="1" lang="en" sz="1600">
                <a:solidFill>
                  <a:srgbClr val="351C75"/>
                </a:solidFill>
                <a:latin typeface="Raleway"/>
                <a:ea typeface="Raleway"/>
                <a:cs typeface="Raleway"/>
                <a:sym typeface="Raleway"/>
              </a:rPr>
              <a:t>flask</a:t>
            </a:r>
            <a:br>
              <a:rPr lang="en" sz="1600">
                <a:latin typeface="Raleway"/>
                <a:ea typeface="Raleway"/>
                <a:cs typeface="Raleway"/>
                <a:sym typeface="Raleway"/>
              </a:rPr>
            </a:br>
            <a:r>
              <a:rPr lang="en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Used to create the real-time dashboard</a:t>
            </a:r>
            <a:r>
              <a:rPr lang="en" sz="1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351C75"/>
              </a:buClr>
              <a:buSzPts val="1400"/>
              <a:buFont typeface="Raleway"/>
              <a:buChar char="➔"/>
            </a:pPr>
            <a:r>
              <a:rPr b="1" lang="en" sz="1600">
                <a:solidFill>
                  <a:srgbClr val="351C75"/>
                </a:solidFill>
                <a:latin typeface="Raleway"/>
                <a:ea typeface="Raleway"/>
                <a:cs typeface="Raleway"/>
                <a:sym typeface="Raleway"/>
              </a:rPr>
              <a:t>Rich</a:t>
            </a:r>
            <a:br>
              <a:rPr lang="en" sz="1600">
                <a:latin typeface="Raleway"/>
                <a:ea typeface="Raleway"/>
                <a:cs typeface="Raleway"/>
                <a:sym typeface="Raleway"/>
              </a:rPr>
            </a:br>
            <a:r>
              <a:rPr lang="en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Visual presentation in terms of tables and graphs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0" name="Google Shape;90;p15"/>
          <p:cNvSpPr txBox="1"/>
          <p:nvPr>
            <p:ph idx="4294967295" type="body"/>
          </p:nvPr>
        </p:nvSpPr>
        <p:spPr>
          <a:xfrm>
            <a:off x="4675825" y="699150"/>
            <a:ext cx="3564900" cy="22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400"/>
              <a:buFont typeface="Raleway"/>
              <a:buChar char="➔"/>
            </a:pPr>
            <a:r>
              <a:rPr b="1" lang="en" sz="1600">
                <a:solidFill>
                  <a:srgbClr val="351C75"/>
                </a:solidFill>
                <a:latin typeface="Raleway"/>
                <a:ea typeface="Raleway"/>
                <a:cs typeface="Raleway"/>
                <a:sym typeface="Raleway"/>
              </a:rPr>
              <a:t>Joblib</a:t>
            </a:r>
            <a:br>
              <a:rPr lang="en" sz="1600">
                <a:latin typeface="Raleway"/>
                <a:ea typeface="Raleway"/>
                <a:cs typeface="Raleway"/>
                <a:sym typeface="Raleway"/>
              </a:rPr>
            </a:br>
            <a:r>
              <a:rPr lang="en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Used for OS level operations such as parallel computing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351C75"/>
              </a:buClr>
              <a:buSzPts val="1400"/>
              <a:buFont typeface="Raleway"/>
              <a:buChar char="➔"/>
            </a:pPr>
            <a:r>
              <a:rPr b="1" lang="en" sz="1600">
                <a:solidFill>
                  <a:srgbClr val="351C75"/>
                </a:solidFill>
                <a:latin typeface="Raleway"/>
                <a:ea typeface="Raleway"/>
                <a:cs typeface="Raleway"/>
                <a:sym typeface="Raleway"/>
              </a:rPr>
              <a:t>Pandas</a:t>
            </a:r>
            <a:br>
              <a:rPr lang="en" sz="1600">
                <a:latin typeface="Raleway"/>
                <a:ea typeface="Raleway"/>
                <a:cs typeface="Raleway"/>
                <a:sym typeface="Raleway"/>
              </a:rPr>
            </a:br>
            <a:r>
              <a:rPr lang="en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Used for data manipulation 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351C75"/>
              </a:buClr>
              <a:buSzPts val="1400"/>
              <a:buFont typeface="Raleway"/>
              <a:buChar char="➔"/>
            </a:pPr>
            <a:r>
              <a:rPr b="1" lang="en" sz="1600">
                <a:solidFill>
                  <a:srgbClr val="351C75"/>
                </a:solidFill>
                <a:latin typeface="Raleway"/>
                <a:ea typeface="Raleway"/>
                <a:cs typeface="Raleway"/>
                <a:sym typeface="Raleway"/>
              </a:rPr>
              <a:t>Pytest</a:t>
            </a:r>
            <a:br>
              <a:rPr lang="en" sz="1600">
                <a:latin typeface="Raleway"/>
                <a:ea typeface="Raleway"/>
                <a:cs typeface="Raleway"/>
                <a:sym typeface="Raleway"/>
              </a:rPr>
            </a:br>
            <a:r>
              <a:rPr lang="en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Used to create tests for system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1" name="Google Shape;91;p15"/>
          <p:cNvPicPr preferRelativeResize="0"/>
          <p:nvPr/>
        </p:nvPicPr>
        <p:blipFill rotWithShape="1">
          <a:blip r:embed="rId3">
            <a:alphaModFix/>
          </a:blip>
          <a:srcRect b="7842" l="28856" r="30119" t="0"/>
          <a:stretch/>
        </p:blipFill>
        <p:spPr>
          <a:xfrm>
            <a:off x="5073300" y="3833105"/>
            <a:ext cx="649544" cy="820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687" y="3788424"/>
            <a:ext cx="649539" cy="86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 rotWithShape="1">
          <a:blip r:embed="rId5">
            <a:alphaModFix/>
          </a:blip>
          <a:srcRect b="0" l="10731" r="12120" t="0"/>
          <a:stretch/>
        </p:blipFill>
        <p:spPr>
          <a:xfrm>
            <a:off x="6526075" y="3899691"/>
            <a:ext cx="1317176" cy="68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7350" y="2968063"/>
            <a:ext cx="766475" cy="706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2775" y="3012800"/>
            <a:ext cx="1131000" cy="70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32725" y="2889125"/>
            <a:ext cx="864774" cy="86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283100" y="712150"/>
            <a:ext cx="86316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What is DoS and DDo</a:t>
            </a:r>
            <a:r>
              <a:rPr lang="en" sz="6300"/>
              <a:t>s </a:t>
            </a:r>
            <a:endParaRPr sz="6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>
                <a:solidFill>
                  <a:schemeClr val="accent5"/>
                </a:solidFill>
              </a:rPr>
              <a:t>And how does PYDOS</a:t>
            </a:r>
            <a:endParaRPr sz="63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>
                <a:solidFill>
                  <a:schemeClr val="accent5"/>
                </a:solidFill>
              </a:rPr>
              <a:t>Saves us from it?</a:t>
            </a:r>
            <a:endParaRPr sz="63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Just PYDOS running!</a:t>
            </a:r>
            <a:r>
              <a:rPr lang="en"/>
              <a:t> And Bam!!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/>
              <a:t>Just run pydos in your linux server and forget about requests above threshold and uptimes</a:t>
            </a:r>
            <a:endParaRPr b="0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267375" y="484600"/>
            <a:ext cx="3943800" cy="44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WE STILL DIDN’T GET IT, WHAT IS PYDOS</a:t>
            </a:r>
            <a:endParaRPr b="1" sz="5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695650" y="615300"/>
            <a:ext cx="4323300" cy="3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Capture:</a:t>
            </a:r>
            <a:r>
              <a:rPr lang="en" sz="2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Uses Scapy to intercept packets in real-time. </a:t>
            </a:r>
            <a:endParaRPr sz="2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Analyze:</a:t>
            </a:r>
            <a:r>
              <a:rPr lang="en" sz="2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Checks packet count and weight against defined thresholds. </a:t>
            </a:r>
            <a:endParaRPr sz="2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Block:</a:t>
            </a:r>
            <a:r>
              <a:rPr lang="en" sz="2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Automatically uses iptables to block malicious IPs. </a:t>
            </a:r>
            <a:endParaRPr sz="2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Monitor:</a:t>
            </a:r>
            <a:r>
              <a:rPr lang="en" sz="2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Provides a real-time dashboard for comprehensive logging.</a:t>
            </a:r>
            <a:endParaRPr sz="2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/>
        </p:nvSpPr>
        <p:spPr>
          <a:xfrm>
            <a:off x="5834025" y="2053825"/>
            <a:ext cx="3690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IT’S ALL ABOUT THE GAME OF CONFIG</a:t>
            </a:r>
            <a:endParaRPr b="1" sz="4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/>
        </p:nvSpPr>
        <p:spPr>
          <a:xfrm>
            <a:off x="938763" y="357200"/>
            <a:ext cx="5774400" cy="4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HELL NO!! </a:t>
            </a:r>
            <a:endParaRPr b="1" sz="5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 DON’T WANT TO CONFIGURE </a:t>
            </a:r>
            <a:r>
              <a:rPr b="1" lang="en" sz="5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EVERY TIME</a:t>
            </a:r>
            <a:r>
              <a:rPr b="1" lang="en" sz="5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 USE PYDOS</a:t>
            </a:r>
            <a:endParaRPr b="1" sz="5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5477888" y="446500"/>
            <a:ext cx="2429700" cy="53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WHO TOLD YOU TO DO SO?</a:t>
            </a:r>
            <a:endParaRPr b="1" sz="5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/>
        </p:nvSpPr>
        <p:spPr>
          <a:xfrm>
            <a:off x="1012025" y="763500"/>
            <a:ext cx="3396300" cy="3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YOU MISSED SOMETHING WE NEED MORE DETAILS </a:t>
            </a:r>
            <a:endParaRPr b="1" sz="4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9" name="Google Shape;129;p21"/>
          <p:cNvPicPr preferRelativeResize="0"/>
          <p:nvPr/>
        </p:nvPicPr>
        <p:blipFill rotWithShape="1">
          <a:blip r:embed="rId3">
            <a:alphaModFix/>
          </a:blip>
          <a:srcRect b="33271" l="0" r="33271" t="0"/>
          <a:stretch/>
        </p:blipFill>
        <p:spPr>
          <a:xfrm>
            <a:off x="4572000" y="577425"/>
            <a:ext cx="4009450" cy="398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/>
        </p:nvSpPr>
        <p:spPr>
          <a:xfrm>
            <a:off x="982275" y="759025"/>
            <a:ext cx="7605000" cy="3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THANK </a:t>
            </a:r>
            <a:r>
              <a:rPr b="1" lang="en" sz="10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YOU!!</a:t>
            </a:r>
            <a:endParaRPr b="1" sz="10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5" name="Google Shape;135;p22"/>
          <p:cNvPicPr preferRelativeResize="0"/>
          <p:nvPr/>
        </p:nvPicPr>
        <p:blipFill rotWithShape="1">
          <a:blip r:embed="rId3">
            <a:alphaModFix/>
          </a:blip>
          <a:srcRect b="0" l="0" r="13239" t="3465"/>
          <a:stretch/>
        </p:blipFill>
        <p:spPr>
          <a:xfrm>
            <a:off x="4891700" y="2678900"/>
            <a:ext cx="4252300" cy="246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/>
        </p:nvSpPr>
        <p:spPr>
          <a:xfrm>
            <a:off x="6965150" y="4092625"/>
            <a:ext cx="1011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MARKS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